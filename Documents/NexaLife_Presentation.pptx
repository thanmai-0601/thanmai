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74320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7315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NexaLife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365760" y="2514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Insurance Management System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65760" y="31089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digital platform to streamline insurance operations — from policy management to claims settlement.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4114800"/>
            <a:ext cx="1554480" cy="32004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4114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ASP.NET Core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103120" y="4114800"/>
            <a:ext cx="1554480" cy="32004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03120" y="4114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Angular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840480" y="4114800"/>
            <a:ext cx="1554480" cy="32004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0" y="4114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SQL Server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77840" y="4114800"/>
            <a:ext cx="1554480" cy="32004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4114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JWT Auth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315200" y="4114800"/>
            <a:ext cx="1554480" cy="32004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0" y="4114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Clean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Policy Processing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1508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workflows slow down approvals and cause errors in policy creation and documentation.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914400"/>
            <a:ext cx="64008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430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Claim Handling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40680" y="1508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system to track claims status, leading to delays and poor customer experience.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28346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834640"/>
            <a:ext cx="64008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632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3017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Document Management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60120" y="34290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scattered across systems make verification and compliance checks difficult.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8346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834640"/>
            <a:ext cx="64008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632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017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Agent Visibility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40680" y="34290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dashboards to monitor agent performance, policy conversion, or risk metrics.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NexaLife delivers a unified digital platform across the entire insurance lifecycle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—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32588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policy application, document upload, and nominee registration — paperless.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—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205740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Auto-activation, invoice generation, grace period enforcement, and lapse management.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788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—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78892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workflows for claims, endorsements, and policy approvals with role-based routing.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5204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— 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352044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authentication, RBAC, password hashing, and audit trails for every transaction.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29768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2519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— 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0" y="425196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dashboards with real-time analytics for agent performance and system health.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64008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96926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2984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· Swagger/OpenAPI · JWT Middleware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0" y="1828800"/>
            <a:ext cx="640080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188366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2128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DTOs · Use Cases · Validators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2743200"/>
            <a:ext cx="6400800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279806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1272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· Repositories · DB Context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3657600"/>
            <a:ext cx="6400800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71600" y="371246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0416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· Enums · Interfaces · Business Rules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" y="4663440"/>
            <a:ext cx="27432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Frontend: Angular (SPA)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4663440"/>
            <a:ext cx="27432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Backend: ASP.NET Core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4663440"/>
            <a:ext cx="27432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DB: SQL Server + EF Core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Personas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2011680" cy="4069080"/>
          </a:xfrm>
          <a:prstGeom prst="rect">
            <a:avLst/>
          </a:prstGeom>
          <a:solidFill>
            <a:srgbClr val="F0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22960"/>
            <a:ext cx="201168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9144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" y="2103120"/>
            <a:ext cx="1783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apply for plans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documents &amp; nominees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premiums &amp; file claims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endorsements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395728" y="822960"/>
            <a:ext cx="2011680" cy="4069080"/>
          </a:xfrm>
          <a:prstGeom prst="rect">
            <a:avLst/>
          </a:prstGeom>
          <a:solidFill>
            <a:srgbClr val="F0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395728" y="822960"/>
            <a:ext cx="201168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9144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95728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532888" y="2103120"/>
            <a:ext cx="1783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policy requests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risk &amp; calculate premiums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applications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endorsement requests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08576" y="822960"/>
            <a:ext cx="2011680" cy="4069080"/>
          </a:xfrm>
          <a:prstGeom prst="rect">
            <a:avLst/>
          </a:prstGeom>
          <a:solidFill>
            <a:srgbClr val="F0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08576" y="822960"/>
            <a:ext cx="201168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9144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08576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Officer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745736" y="2103120"/>
            <a:ext cx="1783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submitted claims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&amp; initiate review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with reasons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settlement &amp; payouts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21424" y="822960"/>
            <a:ext cx="2011680" cy="4069080"/>
          </a:xfrm>
          <a:prstGeom prst="rect">
            <a:avLst/>
          </a:prstGeom>
          <a:solidFill>
            <a:srgbClr val="F0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21424" y="822960"/>
            <a:ext cx="201168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664" y="9144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21424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958584" y="2103120"/>
            <a:ext cx="1783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insurance plans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assign staff roles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system analytics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all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Lifecycle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Agent → System Automation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08760" cy="237744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Discovery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132588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5146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2834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select insurance plan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83080" y="2331720"/>
            <a:ext cx="201168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1188720"/>
            <a:ext cx="1508760" cy="237744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23444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11680" y="19659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Request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03120" y="2423160"/>
            <a:ext cx="132588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25146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84832" y="2834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age, income, occupation details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20440" y="2331720"/>
            <a:ext cx="201168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1188720"/>
            <a:ext cx="1508760" cy="237744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123444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49040" y="19659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Review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0" y="2423160"/>
            <a:ext cx="132588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25146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22192" y="2834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&amp; premium calculation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57800" y="2331720"/>
            <a:ext cx="201168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188720"/>
            <a:ext cx="1508760" cy="237744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123444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86400" y="19659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77840" y="2423160"/>
            <a:ext cx="132588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25146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59552" y="2834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docs + add nominees (100%)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95160" y="2331720"/>
            <a:ext cx="201168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3760" y="1188720"/>
            <a:ext cx="1508760" cy="2377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80960" y="123444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23760" y="19659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Auto-Activation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0" y="2423160"/>
            <a:ext cx="132588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0" y="25146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96912" y="2834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goes Active after verification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Status Flow: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286000" y="3749040"/>
            <a:ext cx="11887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Draft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474720" y="3730752"/>
            <a:ext cx="201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→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657600" y="3749040"/>
            <a:ext cx="11887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Submitted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46320" y="3730752"/>
            <a:ext cx="201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→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029200" y="3749040"/>
            <a:ext cx="11887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Approved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217920" y="3730752"/>
            <a:ext cx="201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→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400800" y="3749040"/>
            <a:ext cx="11887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Active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589520" y="3730752"/>
            <a:ext cx="201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→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772400" y="3749040"/>
            <a:ext cx="11887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Lapsed / Cancelled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Process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Nominee Files Claim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6184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cause/date of death, bank details, verified against registered nominees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26771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2677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22199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Certificate, Medical Reports submitted to the claim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163824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163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11810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Review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4107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Officer initiates review — status changes to UnderReview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059936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0599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01421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&amp; Settlement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30682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→ SettledAmount + TransferReference generated. Rejected → mandatory reason.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822960"/>
            <a:ext cx="3383280" cy="4069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914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Status Flow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0" y="1417320"/>
            <a:ext cx="246888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417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0" y="196596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2194560"/>
            <a:ext cx="246888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0" y="274320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0" y="2971800"/>
            <a:ext cx="246888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971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0" y="3749040"/>
            <a:ext cx="2468880" cy="548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3749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✗</a:t>
            </a:r>
            <a:endParaRPr lang="en-US" sz="13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828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874520"/>
          </a:xfrm>
          <a:prstGeom prst="rect">
            <a:avLst/>
          </a:prstGeom>
          <a:solidFill>
            <a:srgbClr val="F0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8696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8961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Exception Handling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822960"/>
            <a:ext cx="4114800" cy="1874520"/>
          </a:xfrm>
          <a:prstGeom prst="rect">
            <a:avLst/>
          </a:prstGeom>
          <a:solidFill>
            <a:srgbClr val="F0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822960"/>
            <a:ext cx="41148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88696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8961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Billing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92040" y="14173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/ Quarterly / Monthly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Grace Period Management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 Detection &amp; Handling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Auto-Generation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74320" y="2880360"/>
            <a:ext cx="4114800" cy="1874520"/>
          </a:xfrm>
          <a:prstGeom prst="rect">
            <a:avLst/>
          </a:prstGeom>
          <a:solidFill>
            <a:srgbClr val="F0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880360"/>
            <a:ext cx="41148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4436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" y="29535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7200" y="34747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Change Requests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Nominee Updates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Assured Modifications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Approval Workflow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2880360"/>
            <a:ext cx="4114800" cy="1874520"/>
          </a:xfrm>
          <a:prstGeom prst="rect">
            <a:avLst/>
          </a:prstGeom>
          <a:solidFill>
            <a:srgbClr val="F0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2880360"/>
            <a:ext cx="41148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4436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29535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Docs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892040" y="34747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In-App Alerts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Swagger/OpenAPI Docs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DB Seeding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Across All Layers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API Modules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384048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2588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3258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(SPA) · TypeScript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384048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202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9202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· RESTful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514600"/>
            <a:ext cx="384048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146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25146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· Entity Framework Core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108960"/>
            <a:ext cx="384048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10896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31089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· RBAC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703320"/>
            <a:ext cx="384048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0332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37033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· All Layers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297680"/>
            <a:ext cx="384048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29768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42976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868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Modules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325880"/>
            <a:ext cx="54864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36245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AuthController.cs — JWT, Login, Registration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801368"/>
            <a:ext cx="54864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83794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PolicyController.cs — Policy lifecycle engine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276856"/>
            <a:ext cx="54864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3134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ClaimController.cs — Claims negotiation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752344"/>
            <a:ext cx="54864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7889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EndorsementController.cs — Post-activation edits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227832"/>
            <a:ext cx="54864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2644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PaymentController.cs — Invoices &amp; payments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703320"/>
            <a:ext cx="54864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73989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DashboardController.cs — Role dashboards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4178808"/>
            <a:ext cx="54864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21538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AdminController.cs — Staff &amp; plan config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4654296"/>
            <a:ext cx="54864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46908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NotificationsController.cs — Alerts &amp; messages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114800" cy="41148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188720"/>
            <a:ext cx="6400800" cy="2926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2801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202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NexaLife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371600" y="2606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· Scalable · Efficient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digital framework for the full lifecycle of life insurance operations.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71600" y="3566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 ·  Angular  ·  SQL Server  ·  Clean Architecture  ·  JWT  ·  Entity Framework Core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NexaLife – Life Insurance Management System</dc:title>
  <dc:subject>PptxGenJS Presentation</dc:subject>
  <dc:creator>PptxGenJS</dc:creator>
  <cp:lastModifiedBy>PptxGenJS</cp:lastModifiedBy>
  <cp:revision>1</cp:revision>
  <dcterms:created xsi:type="dcterms:W3CDTF">2026-03-04T09:47:02Z</dcterms:created>
  <dcterms:modified xsi:type="dcterms:W3CDTF">2026-03-04T09:47:02Z</dcterms:modified>
</cp:coreProperties>
</file>