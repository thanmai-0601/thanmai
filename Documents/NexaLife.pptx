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39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21849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NexaLife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37724" y="3018234"/>
            <a:ext cx="540603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Your Life, Our Promise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37724" y="394049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Presented by </a:t>
            </a:r>
            <a:r>
              <a:rPr lang="en-US" sz="20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D. Krishna Thanmai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78106" y="427032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Intern at The Hartford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7724" y="524494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smart, AI-driven platform for managing the complete life insurance lifecycle—from policy enrollment to claim settlement.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84898"/>
            <a:ext cx="1063942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Modernizing Insurance Operations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67664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NexaLife transforms traditional insurance processes into a streamlined digital system, delivering efficiency and accuracy at every touchpoint.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302913"/>
            <a:ext cx="6357818" cy="1801177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7519" y="3572708"/>
            <a:ext cx="414909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◆ End-To-End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7519" y="4068247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Streamlines the complete policy lifecycle from application to settlement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434858" y="3302913"/>
            <a:ext cx="6357818" cy="1801177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04653" y="3572708"/>
            <a:ext cx="43737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◆ Reduced Processing Time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04653" y="4068247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Eliminates manual delays and accelerates approval workflows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37724" y="5343406"/>
            <a:ext cx="6357818" cy="1801177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7519" y="5613202"/>
            <a:ext cx="300097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◆ Fraud Prevention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07519" y="6108740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Validates documents and cross-checks data to minimize fraudulent claims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434858" y="5343406"/>
            <a:ext cx="6357818" cy="1801177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4653" y="5613202"/>
            <a:ext cx="36445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◆ AI-Assisted Decisions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04653" y="6108740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Intelligent analysis supports faster, more accurate underwriting and claims</a:t>
            </a:r>
            <a:endParaRPr lang="en-US" sz="18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2989" y="7628890"/>
            <a:ext cx="2543530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149191"/>
            <a:ext cx="12893754" cy="59310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5357" y="7667547"/>
            <a:ext cx="2543530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366" y="654010"/>
            <a:ext cx="5596057" cy="699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Policy Lifecycle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2366" y="1447919"/>
            <a:ext cx="7426642" cy="419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How a Policy Moves Through the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366" y="2222063"/>
            <a:ext cx="12965668" cy="379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policy progresses through five key stages: Submission, Auto Assignment, Review, Approval, and Activation.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11" y="2859052"/>
            <a:ext cx="12550378" cy="47093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80532" y="6444029"/>
            <a:ext cx="1892940" cy="3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Activation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8794909" y="6444029"/>
            <a:ext cx="1892939" cy="3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Approval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6422251" y="6444029"/>
            <a:ext cx="1892940" cy="3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Review</a:t>
            </a:r>
            <a:endParaRPr lang="en-US" sz="2150" dirty="0"/>
          </a:p>
        </p:txBody>
      </p:sp>
      <p:sp>
        <p:nvSpPr>
          <p:cNvPr id="13" name="Text 6"/>
          <p:cNvSpPr/>
          <p:nvPr/>
        </p:nvSpPr>
        <p:spPr>
          <a:xfrm>
            <a:off x="4049594" y="6272644"/>
            <a:ext cx="1892940" cy="685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 Assignment</a:t>
            </a:r>
            <a:endParaRPr lang="en-US" sz="2150" dirty="0"/>
          </a:p>
        </p:txBody>
      </p:sp>
      <p:sp>
        <p:nvSpPr>
          <p:cNvPr id="15" name="Text 7"/>
          <p:cNvSpPr/>
          <p:nvPr/>
        </p:nvSpPr>
        <p:spPr>
          <a:xfrm>
            <a:off x="1625075" y="6444029"/>
            <a:ext cx="1892940" cy="3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Submission</a:t>
            </a:r>
            <a:endParaRPr lang="en-US" sz="21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7265" y="7561263"/>
            <a:ext cx="2543530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729377"/>
            <a:ext cx="12307133" cy="67707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5357" y="7604662"/>
            <a:ext cx="2543530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47355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Claim Lifecycle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1371838"/>
            <a:ext cx="428482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From Claim Request to Settlement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608" y="1883212"/>
            <a:ext cx="7571184" cy="51510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54580" y="5621016"/>
            <a:ext cx="1564940" cy="54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Claim Initiated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609870" y="5133915"/>
            <a:ext cx="1564940" cy="54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Auto-Assignment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7454634" y="4646815"/>
            <a:ext cx="1564940" cy="54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Document Verification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9288872" y="4159714"/>
            <a:ext cx="1564941" cy="548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Approval &amp; Payment</a:t>
            </a:r>
            <a:endParaRPr lang="en-US" sz="1700" dirty="0"/>
          </a:p>
        </p:txBody>
      </p:sp>
      <p:sp>
        <p:nvSpPr>
          <p:cNvPr id="13" name="Text 6"/>
          <p:cNvSpPr/>
          <p:nvPr/>
        </p:nvSpPr>
        <p:spPr>
          <a:xfrm>
            <a:off x="837724" y="7206496"/>
            <a:ext cx="1295495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streamlined process ensures quick, secure, and transparent claims processing.</a:t>
            </a:r>
            <a:endParaRPr lang="en-US" sz="15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2989" y="7572293"/>
            <a:ext cx="2543530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76469"/>
            <a:ext cx="603885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Enhancements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4592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Modern tools that improve service, streamline operations, and increase transparency across the policy lifecycle.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111460"/>
            <a:ext cx="6357818" cy="1801177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7519" y="338125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① AI Chatbot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7519" y="3876794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24/7 support with instant answers to common policyholder questions.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434858" y="3111460"/>
            <a:ext cx="6357818" cy="1801177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04653" y="3381256"/>
            <a:ext cx="362164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② Policy Endorsements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04653" y="3876794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 updates for beneficiary changes and coverage adjustments.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37724" y="5151953"/>
            <a:ext cx="6357818" cy="1801177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7519" y="5421749"/>
            <a:ext cx="368915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③ Commission Tracking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07519" y="5917287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calculation and transparent reporting for agent commissions.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434858" y="5151953"/>
            <a:ext cx="6357818" cy="1801177"/>
          </a:xfrm>
          <a:prstGeom prst="roundRect">
            <a:avLst>
              <a:gd name="adj" fmla="val 1994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4653" y="5421749"/>
            <a:ext cx="32692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④ Invoice Generation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04653" y="5917287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Automatically create and send premium invoices with payment links.</a:t>
            </a:r>
            <a:endParaRPr lang="en-US" sz="18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870" y="7611612"/>
            <a:ext cx="2543530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5462" y="656392"/>
            <a:ext cx="9604534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Document Verification Technology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35462" y="1365290"/>
            <a:ext cx="4115157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How ID Validation Works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835462" y="2033707"/>
            <a:ext cx="12959477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system extracts and validates data directly from uploaded documents using advanced techniques.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35462" y="2576513"/>
            <a:ext cx="4191238" cy="3929777"/>
          </a:xfrm>
          <a:prstGeom prst="roundRect">
            <a:avLst>
              <a:gd name="adj" fmla="val 3723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982" y="2576513"/>
            <a:ext cx="121920" cy="3929777"/>
          </a:xfrm>
          <a:prstGeom prst="roundRect">
            <a:avLst>
              <a:gd name="adj" fmla="val 26433"/>
            </a:avLst>
          </a:prstGeom>
          <a:solidFill>
            <a:srgbClr val="8061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170" y="2821781"/>
            <a:ext cx="3248263" cy="18129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2170" y="4851559"/>
            <a:ext cx="2648069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Aadhaar Detection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172170" y="5283041"/>
            <a:ext cx="3609261" cy="65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Uses regex patterns to identify and validate Aadhaar card documents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219462" y="2576513"/>
            <a:ext cx="4191357" cy="3929777"/>
          </a:xfrm>
          <a:prstGeom prst="roundRect">
            <a:avLst>
              <a:gd name="adj" fmla="val 3723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88982" y="2576513"/>
            <a:ext cx="121920" cy="3929777"/>
          </a:xfrm>
          <a:prstGeom prst="roundRect">
            <a:avLst>
              <a:gd name="adj" fmla="val 26433"/>
            </a:avLst>
          </a:prstGeom>
          <a:solidFill>
            <a:srgbClr val="8061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171" y="2821781"/>
            <a:ext cx="3248382" cy="18129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6171" y="4851559"/>
            <a:ext cx="2907268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Duplicate Prevention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5556171" y="5283041"/>
            <a:ext cx="3609380" cy="97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Applies cryptographic hashing to prevent duplicate document submissions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9603581" y="2576513"/>
            <a:ext cx="4191238" cy="3929777"/>
          </a:xfrm>
          <a:prstGeom prst="roundRect">
            <a:avLst>
              <a:gd name="adj" fmla="val 3723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73101" y="2576513"/>
            <a:ext cx="121920" cy="3929777"/>
          </a:xfrm>
          <a:prstGeom prst="roundRect">
            <a:avLst>
              <a:gd name="adj" fmla="val 26433"/>
            </a:avLst>
          </a:prstGeom>
          <a:solidFill>
            <a:srgbClr val="8061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0290" y="2821781"/>
            <a:ext cx="3248263" cy="18129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940290" y="4851559"/>
            <a:ext cx="2527578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Cross-Verification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9940290" y="5283041"/>
            <a:ext cx="3609261" cy="65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Matches user-provided data with document information for accuracy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835462" y="6723102"/>
            <a:ext cx="12959477" cy="853321"/>
          </a:xfrm>
          <a:prstGeom prst="roundRect">
            <a:avLst>
              <a:gd name="adj" fmla="val 3777"/>
            </a:avLst>
          </a:prstGeom>
          <a:solidFill>
            <a:srgbClr val="0F004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250" y="7039808"/>
            <a:ext cx="268486" cy="21478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3525" y="6969562"/>
            <a:ext cx="12046625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Strengthens identity validation</a:t>
            </a:r>
            <a:r>
              <a:rPr lang="en-US" sz="16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reduces fraud risk.</a:t>
            </a:r>
            <a:endParaRPr lang="en-US" sz="165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86870" y="7667547"/>
            <a:ext cx="2543530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243013"/>
            <a:ext cx="721447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Integration with Gemini 2.5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24124" y="1867495"/>
            <a:ext cx="522208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Smart Assistance That Improves Accuracy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324124" y="2551152"/>
            <a:ext cx="3500676" cy="1690211"/>
          </a:xfrm>
          <a:prstGeom prst="roundRect">
            <a:avLst>
              <a:gd name="adj" fmla="val 1700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8436" y="2765465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Policy Summaries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38436" y="3200162"/>
            <a:ext cx="3072051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Generates clear, concise summaries of complex policy terms and conditions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24124" y="4394478"/>
            <a:ext cx="3500676" cy="1690211"/>
          </a:xfrm>
          <a:prstGeom prst="roundRect">
            <a:avLst>
              <a:gd name="adj" fmla="val 1700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8436" y="4608790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Claim Analysis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538436" y="5043488"/>
            <a:ext cx="3072051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Reviews claim documents and highlights key details for officer review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299621" y="2551152"/>
            <a:ext cx="3500676" cy="1971794"/>
          </a:xfrm>
          <a:prstGeom prst="roundRect">
            <a:avLst>
              <a:gd name="adj" fmla="val 1457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3933" y="2765465"/>
            <a:ext cx="3072051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Mismatch Detection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513933" y="3481745"/>
            <a:ext cx="3072051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Identifies inconsistencies between application data and supporting documents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299621" y="4676061"/>
            <a:ext cx="3500676" cy="1414582"/>
          </a:xfrm>
          <a:prstGeom prst="roundRect">
            <a:avLst>
              <a:gd name="adj" fmla="val 2031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3933" y="4890373"/>
            <a:ext cx="245887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Role-Based Insights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513933" y="5325070"/>
            <a:ext cx="3072051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Provides tailored recommendations based on user role and context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24124" y="6435209"/>
            <a:ext cx="746855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AI </a:t>
            </a:r>
            <a:r>
              <a:rPr lang="en-US" sz="15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skips output when no issues exist</a:t>
            </a: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reducing noise and focusing attention where it matters most.</a:t>
            </a:r>
            <a:endParaRPr lang="en-US" sz="15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8713" y="7614762"/>
            <a:ext cx="2543530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01911"/>
            <a:ext cx="1254347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Transforming Insurance with Technology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8467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NexaLife enhances efficiency, accuracy, and user experience through intelligent automation and AI-powered insights.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836902"/>
            <a:ext cx="4158734" cy="1832253"/>
          </a:xfrm>
          <a:prstGeom prst="roundRect">
            <a:avLst>
              <a:gd name="adj" fmla="val 1960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7519" y="3106698"/>
            <a:ext cx="361914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★ OCR for Documents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07519" y="3633311"/>
            <a:ext cx="36191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Extract text from any image-based documents automatically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2836902"/>
            <a:ext cx="4158734" cy="1832253"/>
          </a:xfrm>
          <a:prstGeom prst="roundRect">
            <a:avLst>
              <a:gd name="adj" fmla="val 1960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05569" y="3106698"/>
            <a:ext cx="361914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★ Mobile Application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505569" y="3633311"/>
            <a:ext cx="36191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 platform access on iOS and Android devices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33823" y="2836902"/>
            <a:ext cx="4158853" cy="1832253"/>
          </a:xfrm>
          <a:prstGeom prst="roundRect">
            <a:avLst>
              <a:gd name="adj" fmla="val 1960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3619" y="3106698"/>
            <a:ext cx="361926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★ Predictive Analytics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903619" y="3633311"/>
            <a:ext cx="36192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ML models that forecast risk and optimize pricing strategies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37724" y="502812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837724" y="5809417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Thank you for your time and attention. We will now proceed to a live demonstration of NexaLife to showcase its features in action.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684466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Let's explore how NexaLife works in real time.</a:t>
            </a:r>
            <a:endParaRPr lang="en-US" sz="18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65" y="7629843"/>
            <a:ext cx="2543530" cy="5620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472</Words>
  <Application>Microsoft Office PowerPoint</Application>
  <PresentationFormat>Custom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Arimo</vt:lpstr>
      <vt:lpstr>Syne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2</cp:revision>
  <dcterms:created xsi:type="dcterms:W3CDTF">2026-03-28T15:44:21Z</dcterms:created>
  <dcterms:modified xsi:type="dcterms:W3CDTF">2026-03-28T15:49:16Z</dcterms:modified>
</cp:coreProperties>
</file>